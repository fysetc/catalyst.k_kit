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961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7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64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48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26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12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7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8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96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10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01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E4717-95E8-4C1A-AF0F-C37CCF509EF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16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2891" y="519063"/>
            <a:ext cx="4316791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所有用颜色填充的地方为测试点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66FFCC"/>
                </a:solidFill>
              </a:rPr>
              <a:t>青色</a:t>
            </a:r>
            <a:r>
              <a:rPr lang="zh-CN" altLang="en-US" dirty="0" smtClean="0"/>
              <a:t>的是普通信号，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33CC"/>
                </a:solidFill>
              </a:rPr>
              <a:t>粉色</a:t>
            </a:r>
            <a:r>
              <a:rPr lang="zh-CN" altLang="en-US" dirty="0" smtClean="0"/>
              <a:t>的是电源部分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1628800"/>
            <a:ext cx="6655271" cy="4662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503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980728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两个电源接口，放</a:t>
            </a:r>
            <a:r>
              <a:rPr lang="zh-CN" altLang="en-US" dirty="0"/>
              <a:t>在测试架</a:t>
            </a:r>
            <a:r>
              <a:rPr lang="zh-CN" altLang="en-US" dirty="0" smtClean="0"/>
              <a:t>的背后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1484784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 </a:t>
            </a:r>
            <a:r>
              <a:rPr lang="zh-CN" altLang="en-US" dirty="0" smtClean="0"/>
              <a:t>测试架正前方，两个复位开关，两个船形开关或者两个拨动开关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2195572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测试</a:t>
            </a:r>
            <a:r>
              <a:rPr lang="zh-CN" altLang="en-US" dirty="0"/>
              <a:t>架</a:t>
            </a:r>
            <a:r>
              <a:rPr lang="zh-CN" altLang="en-US" dirty="0" smtClean="0"/>
              <a:t>右测试需要开口，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M3</a:t>
            </a:r>
            <a:r>
              <a:rPr lang="zh-CN" altLang="en-US" dirty="0" smtClean="0"/>
              <a:t>定位孔，详见文件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1560" y="5133981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4. </a:t>
            </a:r>
            <a:r>
              <a:rPr lang="zh-CN" altLang="en-US" dirty="0" smtClean="0"/>
              <a:t>测试架面板右测试需要开口，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M3</a:t>
            </a:r>
            <a:r>
              <a:rPr lang="zh-CN" altLang="en-US" dirty="0" smtClean="0"/>
              <a:t>定位孔，详见文件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2708920"/>
            <a:ext cx="4137369" cy="224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67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88</Words>
  <Application>Microsoft Office PowerPoint</Application>
  <PresentationFormat>全屏显示(4:3)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DWK</dc:creator>
  <cp:lastModifiedBy>Marx</cp:lastModifiedBy>
  <cp:revision>9</cp:revision>
  <dcterms:created xsi:type="dcterms:W3CDTF">2022-07-05T02:21:19Z</dcterms:created>
  <dcterms:modified xsi:type="dcterms:W3CDTF">2026-01-13T03:37:51Z</dcterms:modified>
</cp:coreProperties>
</file>